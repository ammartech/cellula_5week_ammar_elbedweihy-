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5F5F5"/>
                </a:solidFill>
              </a:rPr>
              <a:t>NLP Internship Project</a:t>
            </a:r>
          </a:p>
          <a:p>
            <a:r>
              <a:rPr sz="3200">
                <a:solidFill>
                  <a:srgbClr val="F5F5F5"/>
                </a:solidFill>
              </a:rPr>
              <a:t>LangGraph + RAG +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5F5F5"/>
                </a:solidFill>
              </a:rPr>
              <a:t>Weeks 3, 4 &amp; 5 – Unified Intelligent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High-level summary of Weeks 3, 4, and 5.</a:t>
            </a:r>
          </a:p>
          <a:p>
            <a:pPr/>
            <a:r>
              <a:rPr sz="2000"/>
              <a:t>Goal: Build a smart, code-focused assistant powered by LLMs.</a:t>
            </a:r>
          </a:p>
          <a:p>
            <a:pPr/>
            <a:r>
              <a:rPr sz="2000"/>
              <a:t>Combine: LangChain, LangGraph, Chroma, sentence-transformers, and DeepEval.</a:t>
            </a:r>
          </a:p>
          <a:p>
            <a:pPr/>
            <a:r>
              <a:rPr sz="2000"/>
              <a:t>Support: Python code generation and explanation with Retrieval-Augmented Generation (RAG).</a:t>
            </a:r>
          </a:p>
          <a:p>
            <a:pPr/>
            <a:r>
              <a:rPr sz="2000"/>
              <a:t>Deliver a unified, deployed system plus evaluation and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4 – System Prompting (LangChain)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0: System prompting to control the model role.</a:t>
            </a:r>
          </a:p>
          <a:p>
            <a:pPr/>
            <a:r>
              <a:rPr sz="2000"/>
              <a:t>Define a system prompt that controls the LLM's role and behavior.</a:t>
            </a:r>
          </a:p>
          <a:p>
            <a:pPr/>
            <a:r>
              <a:rPr sz="2000"/>
              <a:t>Specify tone: helpful, technical, concise, and safe.</a:t>
            </a:r>
          </a:p>
          <a:p>
            <a:pPr/>
            <a:r>
              <a:rPr sz="2000"/>
              <a:t>Constrain domain knowledge to Python / code assistant tasks.</a:t>
            </a:r>
          </a:p>
          <a:p>
            <a:pPr/>
            <a:r>
              <a:rPr sz="2000"/>
              <a:t>Ensure consistent responses by always injecting the same system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4 – Conversational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1: Add memory to your LLM.</a:t>
            </a:r>
          </a:p>
          <a:p>
            <a:pPr/>
            <a:r>
              <a:rPr sz="2000"/>
              <a:t>Use LangChain memory (e.g., ConversationSummaryBufferMemory).</a:t>
            </a:r>
          </a:p>
          <a:p>
            <a:pPr/>
            <a:r>
              <a:rPr sz="2000"/>
              <a:t>Track user preferences and important facts over multiple turns.</a:t>
            </a:r>
          </a:p>
          <a:p>
            <a:pPr/>
            <a:r>
              <a:rPr sz="2000"/>
              <a:t>Summarize long histories to keep context manageable.</a:t>
            </a:r>
          </a:p>
          <a:p>
            <a:pPr/>
            <a:r>
              <a:rPr sz="2000"/>
              <a:t>Improve personalization and coherence across the dialogue.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4 – Chroma Vector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2: Use Chroma instead of FAISS.</a:t>
            </a:r>
          </a:p>
          <a:p>
            <a:pPr/>
            <a:r>
              <a:rPr sz="2000"/>
              <a:t>Replace FAISS with Chroma as the vector store.</a:t>
            </a:r>
          </a:p>
          <a:p>
            <a:pPr/>
            <a:r>
              <a:rPr sz="2000"/>
              <a:t>Use sentence-transformers to embed texts and code snippets.</a:t>
            </a:r>
          </a:p>
          <a:p>
            <a:pPr/>
            <a:r>
              <a:rPr sz="2000"/>
              <a:t>Persist embeddings locally for reuse across sessions.</a:t>
            </a:r>
          </a:p>
          <a:p>
            <a:pPr/>
            <a:r>
              <a:rPr sz="2000"/>
              <a:t>Enable efficient semantic search to power the RAG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4 – RAG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3: Evaluate retrieval quality.</a:t>
            </a:r>
          </a:p>
          <a:p>
            <a:pPr/>
            <a:r>
              <a:rPr sz="2000"/>
              <a:t>Study standard retrieval metrics for RAG systems:</a:t>
            </a:r>
          </a:p>
          <a:p>
            <a:pPr/>
            <a:r>
              <a:rPr sz="2000"/>
              <a:t>• Precision@K – fraction of retrieved docs that are relevant.</a:t>
            </a:r>
          </a:p>
          <a:p>
            <a:pPr/>
            <a:r>
              <a:rPr sz="2000"/>
              <a:t>• Recall@K – fraction of relevant docs that were retrieved.</a:t>
            </a:r>
          </a:p>
          <a:p>
            <a:pPr/>
            <a:r>
              <a:rPr sz="2000"/>
              <a:t>• MRR – Mean Reciprocal Rank, rewards early relevant hits.</a:t>
            </a:r>
          </a:p>
          <a:p>
            <a:pPr/>
            <a:r>
              <a:rPr sz="2000"/>
              <a:t>• nDCG – normalized Discounted Cumulative Gain, rewards ranking quality.</a:t>
            </a:r>
          </a:p>
          <a:p>
            <a:pPr/>
            <a:r>
              <a:rPr sz="2000"/>
              <a:t>Implement at least one metric (e.g., Precision@K or nDCG) on your RAG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4 – DeepEval for RAG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4: Use DeepEval to test the RAG system.</a:t>
            </a:r>
          </a:p>
          <a:p>
            <a:pPr/>
            <a:r>
              <a:rPr sz="2000"/>
              <a:t>Use DeepEval to test answer quality and grounding.</a:t>
            </a:r>
          </a:p>
          <a:p>
            <a:pPr/>
            <a:r>
              <a:rPr sz="2000"/>
              <a:t>Create LLMTestCases: (input, model answer, retrieved context).</a:t>
            </a:r>
          </a:p>
          <a:p>
            <a:pPr/>
            <a:r>
              <a:rPr sz="2000"/>
              <a:t>Metrics: Answer Relevancy, Faithfulness / Groundedness, etc.</a:t>
            </a:r>
          </a:p>
          <a:p>
            <a:pPr/>
            <a:r>
              <a:rPr sz="2000"/>
              <a:t>Benchmark the RAG system to ensure reliable, trustworthy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5 – LangGraph-powered Python Code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0: LangGraph powered assistant.</a:t>
            </a:r>
          </a:p>
          <a:p>
            <a:pPr/>
            <a:r>
              <a:rPr sz="2000"/>
              <a:t>Build a smart assistant that can generate or explain Python code.</a:t>
            </a:r>
          </a:p>
          <a:p>
            <a:pPr/>
            <a:r>
              <a:rPr sz="2000"/>
              <a:t>Use LangGraph's StateGraph to manage conditional flows.</a:t>
            </a:r>
          </a:p>
          <a:p>
            <a:pPr/>
            <a:r>
              <a:rPr sz="2000"/>
              <a:t>Maintain minimal branching in Python by pushing logic into the graph.</a:t>
            </a:r>
          </a:p>
          <a:p>
            <a:pPr/>
            <a:r>
              <a:rPr sz="2000"/>
              <a:t>Design a natural conversational loop around the state machine.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Week 5 – RAG &amp; Intelligent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Combining RAG with LangGraph state and routing.</a:t>
            </a:r>
          </a:p>
          <a:p>
            <a:pPr/>
            <a:r>
              <a:rPr sz="2000"/>
              <a:t>Use sentence-transformers to embed code descriptions and examples.</a:t>
            </a:r>
          </a:p>
          <a:p>
            <a:pPr/>
            <a:r>
              <a:rPr sz="2000"/>
              <a:t>Retrieve semantically similar snippets to guide LLM outputs (RAG).</a:t>
            </a:r>
          </a:p>
          <a:p>
            <a:pPr/>
            <a:r>
              <a:rPr sz="2000"/>
              <a:t>Implement chat_state routing: 'generate' vs 'explain' based on keywords.</a:t>
            </a:r>
          </a:p>
          <a:p>
            <a:pPr/>
            <a:r>
              <a:rPr sz="2000"/>
              <a:t>Format prompts to include retrieved examples + clear instructions.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Unified System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Task 1: All system deployment.</a:t>
            </a:r>
          </a:p>
          <a:p>
            <a:pPr/>
            <a:r>
              <a:rPr sz="2000"/>
              <a:t>Merge Weeks 3, 4, and 5 into a single application.</a:t>
            </a:r>
          </a:p>
          <a:p>
            <a:pPr/>
            <a:r>
              <a:rPr sz="2000"/>
              <a:t>Expose multiple capabilities in one interface:</a:t>
            </a:r>
          </a:p>
          <a:p>
            <a:pPr/>
            <a:r>
              <a:rPr sz="2000"/>
              <a:t>• General chat / NLP assistant.</a:t>
            </a:r>
          </a:p>
          <a:p>
            <a:pPr/>
            <a:r>
              <a:rPr sz="2000"/>
              <a:t>• RAG-based Q&amp;A over documents.</a:t>
            </a:r>
          </a:p>
          <a:p>
            <a:pPr/>
            <a:r>
              <a:rPr sz="2000"/>
              <a:t>• LangGraph Python code assistant (generate / explain).</a:t>
            </a:r>
          </a:p>
          <a:p>
            <a:pPr/>
            <a:r>
              <a:rPr sz="2000"/>
              <a:t>Deploy using one framework (e.g., Streamlit, FastAPI, Flask, or Django).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Results &amp;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What we learned from the project.</a:t>
            </a:r>
          </a:p>
          <a:p>
            <a:pPr/>
            <a:r>
              <a:rPr sz="2000"/>
              <a:t>System prompting + memory significantly improved answer consistency.</a:t>
            </a:r>
          </a:p>
          <a:p>
            <a:pPr/>
            <a:r>
              <a:rPr sz="2000"/>
              <a:t>Chroma-based RAG increased relevance by leveraging semantic search.</a:t>
            </a:r>
          </a:p>
          <a:p>
            <a:pPr/>
            <a:r>
              <a:rPr sz="2000"/>
              <a:t>Retrieval metrics and DeepEval provided objective feedback for tuning.</a:t>
            </a:r>
          </a:p>
          <a:p>
            <a:pPr/>
            <a:r>
              <a:rPr sz="2000"/>
              <a:t>LangGraph made complex multi-step flows easier to maintain and extend.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rPr sz="2000"/>
              <a:t>Summary of achievements and next steps.</a:t>
            </a:r>
          </a:p>
          <a:p>
            <a:pPr/>
            <a:r>
              <a:rPr sz="2000"/>
              <a:t>Delivered a unified, intelligent assistant with:</a:t>
            </a:r>
          </a:p>
          <a:p>
            <a:pPr/>
            <a:r>
              <a:rPr sz="2000"/>
              <a:t>• System prompting, memory, Chroma RAG, RAG evaluation, DeepEval.</a:t>
            </a:r>
          </a:p>
          <a:p>
            <a:pPr/>
            <a:r>
              <a:rPr sz="2000"/>
              <a:t>• LangGraph state machine for code-focused assistance.</a:t>
            </a:r>
          </a:p>
          <a:p>
            <a:pPr/>
            <a:r>
              <a:rPr sz="2000"/>
              <a:t>Future directions:</a:t>
            </a:r>
          </a:p>
          <a:p>
            <a:pPr/>
            <a:r>
              <a:rPr sz="2000"/>
              <a:t>• Support more programming languages and tools.</a:t>
            </a:r>
          </a:p>
          <a:p>
            <a:pPr/>
            <a:r>
              <a:rPr sz="2000"/>
              <a:t>• Integrate static analysis and linting into the assistant.</a:t>
            </a:r>
          </a:p>
          <a:p>
            <a:pPr/>
            <a:r>
              <a:rPr sz="2000"/>
              <a:t>• Add richer UI components and user feedback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